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9d8f955a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9d8f955a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d8f955a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9d8f955a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9d8f955a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9d8f955a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9d8f955a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9d8f955a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9d8f955a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9d8f955a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9d8f955a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9d8f955a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Topic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744325" y="23555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and Motivation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and Related Work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 (Model)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Innovations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1896725" y="2981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(Take Away)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1668125" y="2812775"/>
            <a:ext cx="61704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Contribution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